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Brand first. Tagline is the only supporting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94960"/>
            <a:ext cx="12192000" cy="1463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NexCort iQ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the conversation?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at the speed of response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  ·  Apps on Demand LLC  ·  www.nexcortiq.us  ·  app.rapidcortex.us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TODAY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crisis meets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gap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574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million 911 calls a year. Dispatchers assess language barriers, incomplete locations, and simultaneous crises — often in under 3 seconds. Intelligence layers that keep humans in control close the gap without replacing CAD or telephony.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7772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2668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240M+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 calls / year in the U.S.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011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sec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assessment window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246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PSAPs critically understaffed*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4480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709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6,000+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5257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PSAPs operating in the U.S.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126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Industry reporting — use as directional context, not a guaranteed agency statistic.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GAP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call stays open,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are protected.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116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Response Continuity System (RCS) is built so open calls stay visible — with timers, audio monitoring, escalation, and supervisor awareness — until a unit is confirmed on scene or a supervisor explicitly overrides. AI assists. Humans decide.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persistence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block on premature close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47472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sentinel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/ distress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347472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engine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alerts to supervisors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7548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video assist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— no citizen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47548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monitor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Backgrounded call visibility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47548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rooms &amp; after-action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REALITY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is never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over.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keeps every call protected from intake toward on-scene confirmation. Transcription, translation, and coaching reduce cognitive load — so dispatchers focus on the caller, not the software.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777240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transcription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 captured in real time — never free on a quote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057400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Translate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languages, bidirectional, no interpreter hold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337560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&amp; SOP coaching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confidence cues — human judgment stays in charge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4617720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4846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Continuity (RCS)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Persistence, sentinel, escalation until unit confirmed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NexCort iQ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public safety intelligence platform that enhances — and does not replace — 911 dispatch, CAD, telephony, or medical direction. One platform across PSAPs, campus, venue, transit, hospital, and Call Assist.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6032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transcription &amp;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in 100+ languages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25603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56032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749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triage, SOP coaching &amp;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25603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256032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749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QA, Vision assist &amp;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CAPABILITIES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intelligence layer. Six product surfaces.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transcription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Word-by-word STT into the dispatcher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Translate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languages — no interpreter hold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&amp; SOP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coaching mid-call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media + Video Assist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SMS/web upload + WebRTC — no citizen 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5146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Assist (read)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panel — write-back fail-closed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5146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QA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Scorecards, coaching, floor monitoring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&amp; war rooms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SA for major incidents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37033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NexIQ Vision™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scene intelligence — human in the loop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37033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/ NFC reporting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· venue · transit — no app for the public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Assist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Non-emergency AI intake — never the 911 console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97680" y="4892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8056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capacity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Diversion + EMS pre-alert coordination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38160" y="4892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2104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Aid &amp; MCI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Cross-agency command tooling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CONTINUITY SYSTEM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 open calls stay visible.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persistence lock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premature close without GPS unit arrival or supervisor override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monitor queue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Backgrounded calls with elapsed timer, audio status, unit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sentinel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monitors for unresponsiveness, silence, distress cues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video (WebRTC)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smartphone video via KVS — audited, no app install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617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engine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alerts to dispatcher → supervisor → command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617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5257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rooms, runbooks, timelines, post-incident review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ask agencies to rip and replace.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sits beside CAD, telephony, and existing workflows — across six surfaces — with human-in-the-loop AI and fail-closed CAD write-back.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Transcription, Translate, AI coaching, media, Video Assist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monitoring, QA scorecards, coaching, Surge 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Safety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QR/NFC tips, Clery / daily logs, two-way chat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Ops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800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reporting, guest services console (not 911)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97764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Security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00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Vehicle/station QR, fleet ops, rider reports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/ Call Assist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800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&amp; pre-alert · non-emergency AI intake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MARKETS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Six markets.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911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PSAPs · ECCs · Fire / LE / EMS dispatch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Seat-based · Essential → Enterprise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Intelligence. Better Outcomes.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Campus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· Colleges · K-12 safety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enrolled student / year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People. Stronger Campuses.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13258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Venue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Stadiums · arenas · convention centers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Capacity-based annual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880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Events. Smoother Operations.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Transit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297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· rail · ferry authorities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754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Fleet-based annual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212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Riders. Stronger Operations.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51960" y="365760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Hospital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297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· EMS coordination · health systems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4754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/ bed-based annual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5212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at the Speed of Care.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92440" y="365760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Assist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297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Non-emergency volume reduction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754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console &amp; roles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212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lands on the 911 workspace.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Mission-critical security.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20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CJIS-aware and SOC 2 Type II documentation in progress — never “certified” until a qualified audit completes.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CJIS-aware design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MFA, encryption at rest/in transit, 7-year audit retention target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5603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agencyId on every DynamoDB access — no silent cross-agency reads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5603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suggests. Dispatchers and supervisors decide. No autonomous dispatch.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fail-closed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Write-back off by default — signed addendum + explicit config required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4251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state changes logged with user, agency, action, timestamp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4251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us-east-1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 · Lambda · DynamoDB · KVS · Bedrock · WAF · ECS web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COMMERCIAL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deployment. Custom quote.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language stays custom-quote. Directional NC 911 seat bands below for sales conversations — subject to change; Sales Director approval for discounts over 15%.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~10 seats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~$2,800 / mo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· smaller PSAPs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~25 seats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~$8,500 / mo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+ QA included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~75 seats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~$22,500 / mo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rooms · command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89720" y="1965960"/>
            <a:ext cx="2788920" cy="3200400"/>
          </a:xfrm>
          <a:prstGeom prst="roundRect">
            <a:avLst>
              <a:gd name="adj" fmla="val 3279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2743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Multi-agency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291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SOW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Statewide / regional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· Venue · Transit · Hospital use vertical pricing models (student / capacity / fleet / beds). Contact sales for a quote.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OFFER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90-day pilot.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platform. Clear exit criteria.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011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engagement with full platform access for named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651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RCS available from day one when licensed — persistence, sentinel, escalation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291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path = read-only or mock by default — write-back only with signed addendum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931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QR/NFC for campus/venue/transit when in scope · dispatcher / vertical training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CJIS-aware security validation + audit trail before expand-to-production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packages typically $25K–$100K depending on size and scope (Sales Director)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NexCort iQ  ·  Apps on Demand LLC  ·  Confidential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 — not another CAD.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RapidSOS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600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enrich CAD at connect. We wrap the live dispatcher workspace — transcription, Translate, coaching, Vision, QA.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Axon Fusus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743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Investigative RTCC / camera sharing. We are call-driven and ECC-focused during the incident.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CAD vendors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layer over Tyler, CentralSquare, Hexagon, Spillman — start read-only.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20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983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interpreter lines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5029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Translate is live and bidirectional — no 3–5 minute hold for a third party.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THE RESPONSE.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agencies in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standard.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www.nexcortiq.us  ·  app.rapidcortex.us  ·  (404) 520-1747  ·  jeff@nexcortiq.us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at the speed of response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on Demand LLC  ·  Confidential  ·  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NexCort iQ Pitch Deck — October 2026</dc:title>
  <dc:subject>Intelligence at the speed of response</dc:subject>
  <dc:creator>Apps on Demand LLC</dc:creator>
  <cp:lastModifiedBy>Apps on Demand LLC</cp:lastModifiedBy>
  <cp:revision>1</cp:revision>
  <dcterms:created xsi:type="dcterms:W3CDTF">2026-10-04T23:56:40Z</dcterms:created>
  <dcterms:modified xsi:type="dcterms:W3CDTF">2026-10-04T23:56:40Z</dcterms:modified>
</cp:coreProperties>
</file>